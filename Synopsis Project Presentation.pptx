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40" r:id="rId2"/>
    <p:sldId id="3694" r:id="rId3"/>
    <p:sldId id="3697" r:id="rId4"/>
    <p:sldId id="3707" r:id="rId5"/>
    <p:sldId id="3709" r:id="rId6"/>
    <p:sldId id="3710" r:id="rId7"/>
    <p:sldId id="3701" r:id="rId8"/>
    <p:sldId id="3711" r:id="rId9"/>
    <p:sldId id="3702" r:id="rId10"/>
    <p:sldId id="3706" r:id="rId11"/>
    <p:sldId id="364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76" autoAdjust="0"/>
    <p:restoredTop sz="96327"/>
  </p:normalViewPr>
  <p:slideViewPr>
    <p:cSldViewPr snapToGrid="0" snapToObjects="1">
      <p:cViewPr>
        <p:scale>
          <a:sx n="120" d="100"/>
          <a:sy n="120" d="100"/>
        </p:scale>
        <p:origin x="264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 err="1"/>
              <a:t>MajorProject</a:t>
            </a:r>
            <a:endParaRPr lang="en-IN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Title: </a:t>
            </a:r>
            <a:r>
              <a:rPr lang="en-US" sz="3200" dirty="0" err="1">
                <a:solidFill>
                  <a:srgbClr val="000000"/>
                </a:solidFill>
                <a:effectLst/>
              </a:rPr>
              <a:t>CampusCompute</a:t>
            </a:r>
            <a:r>
              <a:rPr lang="en-US" sz="3200" dirty="0">
                <a:solidFill>
                  <a:srgbClr val="000000"/>
                </a:solidFill>
                <a:effectLst/>
              </a:rPr>
              <a:t>: Campus-Aware Cloud Resource Pooling System</a:t>
            </a:r>
          </a:p>
          <a:p>
            <a:pPr algn="ctr"/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Krishna Bisht – R2142231009</a:t>
            </a:r>
          </a:p>
          <a:p>
            <a:r>
              <a:rPr lang="en-IN" dirty="0"/>
              <a:t>Kuldeep Chaudhary-Name</a:t>
            </a:r>
          </a:p>
          <a:p>
            <a:r>
              <a:rPr lang="en-IN" dirty="0" err="1"/>
              <a:t>Rishu</a:t>
            </a:r>
            <a:r>
              <a:rPr lang="en-IN" dirty="0"/>
              <a:t> Raj-Name</a:t>
            </a:r>
          </a:p>
          <a:p>
            <a:r>
              <a:rPr lang="en-IN" dirty="0"/>
              <a:t>Daksh Mehrotra-Name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425542" y="5003074"/>
            <a:ext cx="317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Mentored By: Dr </a:t>
            </a:r>
            <a:r>
              <a:rPr lang="en-IN" dirty="0" err="1"/>
              <a:t>Hanief</a:t>
            </a:r>
            <a:r>
              <a:rPr lang="en-IN" dirty="0"/>
              <a:t> </a:t>
            </a:r>
            <a:r>
              <a:rPr lang="en-IN" dirty="0" err="1"/>
              <a:t>Wani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247350"/>
            <a:ext cx="46503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25926" y="807275"/>
            <a:ext cx="116348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effectLst/>
                <a:latin typeface="Helvetica" pitchFamily="2" charset="0"/>
              </a:rPr>
              <a:t>Purpose 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College computer laboratories represent a significant capital investment, yet they experience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dramatic utilization patterns. During scheduled lab sessions, machines operate at 80-100%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capacity, while outside these hours—evenings, weekends, and holidays—utilization drops to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as low as 5-20%. This represents substantial wasted computing capacity that could benefit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students requiring computational resources for coursework, projects, and research.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The purpose of </a:t>
            </a:r>
            <a:r>
              <a:rPr lang="en-US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CampusCompute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is to transform underutilized campus lab computers into a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shared cloud computing platform. By intelligently pooling idle computational resources and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providing on-demand access through isolated Docker containers, the system maximizes the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return on investment of existing infrastructure while democratizing access to computing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resources.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The project addresses three key challenges: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Resource Underutilization: Converting idle lab machines into productive assets during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off-peak hours.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25927" y="514887"/>
            <a:ext cx="1171892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AE3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Access Inequality: Providing students without personal high-performance computers equal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access to computational resources. 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Academic Integration: Respecting institutional schedules and lab reservations while optimizing resource allocation.</a:t>
            </a:r>
            <a:b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/>
                <a:latin typeface="Helvetica" pitchFamily="2" charset="0"/>
              </a:rPr>
              <a:t>motivation for this project 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stems from the observation that educational institutions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maintain expensive computing infrastructure that remains idle for significant periods, while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students often lack adequate computing resources for demanding academic work.</a:t>
            </a:r>
          </a:p>
          <a:p>
            <a:r>
              <a:rPr lang="en-US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CampusCompute</a:t>
            </a: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bridges this gap through a campus-aware resource scheduling system.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80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423673" y="833401"/>
            <a:ext cx="99010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SWOT analysis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Strengths: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Novel academic-aware scheduling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Utilizes existing infrastructure without additional hardware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Browser-based access requires no client-side software installation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Strong isolation through Docker containerization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Scalable architecture supporting hundreds of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Privacy-preserving design protecting student data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Weaknesses: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Dependency on lab computer availability and network connectivity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Requires Docker installation and agent deployment on all participating machines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Limited to institutions with existing computer lab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Resource availability fluctuates with academic schedules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Browser terminal performance inferior to native SSH clients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45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455204" y="833401"/>
            <a:ext cx="990100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SWOT analysis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Opportunities: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Expansion to multiple campuses within a university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Integration with learning management systems (Canvas, Moodle)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Support for GPU-accelerated workloads for AI/ML courses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Partnership with cloud providers for hybrid resource pooling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Commercial licensing to other educational institutions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Research opportunities in campus computing optimization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Threats: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Commercial cloud providers offering education discounts (AWS Educate, Azure for Students)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Security incidents could undermine institutional confidence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Budget constraints limiting infrastructure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Resistance from IT departments regarding security and management overhead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Rapid technology changes requiring continuous system updates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5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430023" y="1053960"/>
            <a:ext cx="99010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Develop a three-layer architecture: web interface, central broker, and distributed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Implement secure authentication and role-based access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Create an adaptive scheduler that respects academic schedules and lab reservations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Provide browser-based terminal access to containerized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Enforce resource quotas and usage policies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Monitor system health and resource utilization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Ensure container isolation and security</a:t>
            </a:r>
          </a:p>
          <a:p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25927" y="727076"/>
            <a:ext cx="11445659" cy="627864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</a:p>
          <a:p>
            <a:r>
              <a:rPr lang="en-US" b="1" dirty="0"/>
              <a:t>1. User Authentication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logs in using university credentials.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JWT is issued.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 and quota are verified.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Resource Request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requests CPU, RAM and duration for a container.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Device Filtering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offline/unhealthy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CPU and RAM availability.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lab reservations.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4. Device Scoring</a:t>
            </a:r>
            <a:endParaRPr lang="en-US" dirty="0"/>
          </a:p>
          <a:p>
            <a:r>
              <a:rPr lang="en-US" dirty="0"/>
              <a:t>Calculate scheduling score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CPU availability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RAM availability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load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Reservation proximity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Reliability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/>
          </a:p>
          <a:p>
            <a:r>
              <a:rPr lang="en-US" b="1" dirty="0"/>
              <a:t>5. Device Selection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device with the highest score.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6. Container Provisioning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Broker sends a command to the selected agent.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 creates the Docker container.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7. User Access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accesses the container through the browser terminal. </a:t>
            </a:r>
          </a:p>
          <a:p>
            <a:r>
              <a:rPr lang="en-US" b="1" dirty="0"/>
              <a:t>8. Monitoring</a:t>
            </a:r>
            <a:br>
              <a:rPr lang="en-US" b="1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Agents send heartbeats every </a:t>
            </a:r>
            <a:r>
              <a:rPr lang="en-US" b="1" dirty="0"/>
              <a:t>10 seconds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 usage is continuously monitored.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63722-30A4-3A4F-A52B-CFDCC3858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31" y="541013"/>
            <a:ext cx="8867737" cy="596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25927" y="833401"/>
            <a:ext cx="990100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Merkel, D. (2014). </a:t>
            </a:r>
            <a:r>
              <a:rPr lang="en-US" sz="2000" i="1" dirty="0"/>
              <a:t>Docker: Lightweight Linux Containers for Consistent Development and Deployment</a:t>
            </a:r>
            <a:r>
              <a:rPr lang="en-US" sz="2000" dirty="0"/>
              <a:t>. Linux Journal.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Schwarzkopf, M., et al. (2013). </a:t>
            </a:r>
            <a:r>
              <a:rPr lang="en-US" sz="2000" i="1" dirty="0"/>
              <a:t>Omega: Flexible, Scalable Schedulers for Large Compute Clusters</a:t>
            </a:r>
            <a:r>
              <a:rPr lang="en-US" sz="2000" dirty="0"/>
              <a:t>. </a:t>
            </a:r>
            <a:r>
              <a:rPr lang="en-US" sz="2000" dirty="0" err="1"/>
              <a:t>EuroSys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Burns, B., et al. (2016). </a:t>
            </a:r>
            <a:r>
              <a:rPr lang="en-US" sz="2000" i="1" dirty="0"/>
              <a:t>Borg, Omega, and Kubernetes</a:t>
            </a:r>
            <a:r>
              <a:rPr lang="en-US" sz="2000" dirty="0"/>
              <a:t>. ACM Queue, 14(1).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Docker Documentation.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Docker Containerization and Engine Documentation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Spring Boot Reference Documentation.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React Documentation.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PostgreSQL Documentation.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Kubernetes Documentation.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RFC 6455 — WebSocket Protocol.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RFC 7519 — JSON Web Token (JWT).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12324</TotalTime>
  <Words>744</Words>
  <Application>Microsoft Macintosh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Microsoft Office User</cp:lastModifiedBy>
  <cp:revision>573</cp:revision>
  <dcterms:created xsi:type="dcterms:W3CDTF">2021-05-06T09:42:21Z</dcterms:created>
  <dcterms:modified xsi:type="dcterms:W3CDTF">2026-08-19T20:04:08Z</dcterms:modified>
</cp:coreProperties>
</file>